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258" r:id="rId3"/>
    <p:sldId id="265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70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-720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interSettings" Target="printerSettings/printerSettings1.bin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2615A-E441-1C47-9CB6-ACE3C9F11223}" type="datetimeFigureOut">
              <a:rPr lang="en-US" smtClean="0"/>
              <a:t>1/8/14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6BEA79-068C-9948-9A82-F6416CD647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696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Mainly before 2001.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79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When</a:t>
            </a:r>
            <a:r>
              <a:rPr lang="en-US" baseline="0" dirty="0" smtClean="0"/>
              <a:t> I was about 13 years old, I saw calculator first time, at that time I am thinking of computer science.</a:t>
            </a:r>
          </a:p>
          <a:p>
            <a:r>
              <a:rPr lang="en-US" baseline="0" dirty="0" smtClean="0"/>
              <a:t>But China has different education system, it could be hard to choose the major you want.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656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Must</a:t>
            </a:r>
            <a:r>
              <a:rPr lang="en-US" baseline="0" dirty="0" smtClean="0"/>
              <a:t> work closely with MM5, WRF developers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152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Start</a:t>
            </a:r>
            <a:r>
              <a:rPr lang="en-US" baseline="0" dirty="0" smtClean="0"/>
              <a:t> from 2001. Lots of C programming, some Java.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05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VDRAS people asked to help them</a:t>
            </a:r>
            <a:r>
              <a:rPr lang="en-US" baseline="0" dirty="0" smtClean="0"/>
              <a:t>, but my supervisor did not agree.</a:t>
            </a:r>
          </a:p>
          <a:p>
            <a:r>
              <a:rPr lang="en-US" baseline="0" dirty="0" smtClean="0"/>
              <a:t>After moved to CISL, they asked my group head, and I was allowed to work with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215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Mainly before 2001.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6BEA79-068C-9948-9A82-F6416CD6473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079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 smtClean="0"/>
              <a:t>Drag picture to placeholder or click icon to add</a:t>
            </a:r>
            <a:endParaRPr kumimoji="0" lang="en-US" dirty="0"/>
          </a:p>
        </p:txBody>
      </p:sp>
      <p:sp>
        <p:nvSpPr>
          <p:cNvPr id="9" name="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54AB02A5-4FE5-49D9-9E24-09F23B90C450}" type="datetimeFigureOut">
              <a:rPr lang="en-US" smtClean="0"/>
              <a:t>1/8/14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6294C92D-0306-4E69-9CD3-20855E849650}" type="slidenum">
              <a:rPr kumimoji="0" lang="en-US" smtClean="0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Autofit/>
          </a:bodyPr>
          <a:lstStyle>
            <a:extLst/>
          </a:lstStyle>
          <a:p>
            <a:r>
              <a:rPr kumimoji="0" lang="en-US" dirty="0" smtClean="0"/>
              <a:t>Click to edit Master title style</a:t>
            </a:r>
            <a:endParaRPr kumimoji="0"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dirty="0" smtClean="0"/>
              <a:t>Click to edit Master text styles</a:t>
            </a:r>
          </a:p>
          <a:p>
            <a:pPr lvl="1" eaLnBrk="1" latinLnBrk="0" hangingPunct="1"/>
            <a:r>
              <a:rPr kumimoji="0" lang="en-US" dirty="0" smtClean="0"/>
              <a:t>Second level</a:t>
            </a:r>
          </a:p>
          <a:p>
            <a:pPr lvl="2" eaLnBrk="1" latinLnBrk="0" hangingPunct="1"/>
            <a:r>
              <a:rPr kumimoji="0" lang="en-US" dirty="0" smtClean="0"/>
              <a:t>Third level</a:t>
            </a:r>
          </a:p>
          <a:p>
            <a:pPr lvl="3" eaLnBrk="1" latinLnBrk="0" hangingPunct="1"/>
            <a:r>
              <a:rPr kumimoji="0" lang="en-US" dirty="0" smtClean="0"/>
              <a:t>Fourth level</a:t>
            </a:r>
          </a:p>
          <a:p>
            <a:pPr lvl="4" eaLnBrk="1" latinLnBrk="0" hangingPunct="1"/>
            <a:r>
              <a:rPr kumimoji="0" lang="en-US" dirty="0" smtClean="0"/>
              <a:t>Fifth level</a:t>
            </a:r>
            <a:endParaRPr kumimoji="0" lang="en-US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t>1/8/14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5400" b="1" i="0" kern="1200">
          <a:solidFill>
            <a:srgbClr val="00009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Times New Roman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4000" kern="1200">
          <a:solidFill>
            <a:srgbClr val="0000FF"/>
          </a:solidFill>
          <a:latin typeface="Times New Roman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3200" kern="1200">
          <a:solidFill>
            <a:srgbClr val="3366FF"/>
          </a:solidFill>
          <a:latin typeface="Helvetica Neue Medium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3200" kern="1200">
          <a:solidFill>
            <a:srgbClr val="008000"/>
          </a:solidFill>
          <a:latin typeface="Helvetica Neue Medium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://www.wrf-model.org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/>
              <a:t>NCAR </a:t>
            </a:r>
            <a:r>
              <a:rPr lang="en-US" dirty="0" err="1" smtClean="0"/>
              <a:t>Viwer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--For WRF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32560" y="2894640"/>
            <a:ext cx="7406640" cy="1752600"/>
          </a:xfrm>
        </p:spPr>
        <p:txBody>
          <a:bodyPr>
            <a:normAutofit/>
          </a:bodyPr>
          <a:lstStyle/>
          <a:p>
            <a:pPr algn="ctr"/>
            <a:endParaRPr lang="en-US" sz="4000" b="1" dirty="0" smtClean="0">
              <a:solidFill>
                <a:srgbClr val="0000FF"/>
              </a:solidFill>
            </a:endParaRPr>
          </a:p>
          <a:p>
            <a:pPr algn="ctr"/>
            <a:r>
              <a:rPr lang="en-US" sz="4000" b="1" dirty="0" smtClean="0">
                <a:solidFill>
                  <a:srgbClr val="0000FF"/>
                </a:solidFill>
              </a:rPr>
              <a:t>Wei Huang</a:t>
            </a:r>
            <a:endParaRPr lang="en-US" sz="40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53180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NCAR Viewer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GUI tools to visualize NCAR major models, such as: WRF, CESM, MPAS, POP</a:t>
            </a:r>
          </a:p>
          <a:p>
            <a:r>
              <a:rPr lang="en-US" dirty="0" smtClean="0"/>
              <a:t>Other data: GRIB, </a:t>
            </a:r>
            <a:r>
              <a:rPr lang="en-US" dirty="0" err="1" smtClean="0"/>
              <a:t>NexRadar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28250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WRF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WRF stands for Weather Research and Forecast model</a:t>
            </a:r>
          </a:p>
          <a:p>
            <a:pPr lvl="1"/>
            <a:r>
              <a:rPr lang="en-US" dirty="0">
                <a:hlinkClick r:id="rId3"/>
              </a:rPr>
              <a:t>http://www.wrf-</a:t>
            </a:r>
            <a:r>
              <a:rPr lang="en-US" dirty="0" smtClean="0">
                <a:hlinkClick r:id="rId3"/>
              </a:rPr>
              <a:t>model.org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20219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81304" y="94961"/>
            <a:ext cx="7498080" cy="1483773"/>
          </a:xfrm>
        </p:spPr>
        <p:txBody>
          <a:bodyPr/>
          <a:lstStyle/>
          <a:p>
            <a:r>
              <a:rPr lang="en-US" dirty="0" smtClean="0"/>
              <a:t>Visualize NCL Image</a:t>
            </a:r>
            <a:endParaRPr lang="en-US" sz="4000" dirty="0"/>
          </a:p>
        </p:txBody>
      </p:sp>
      <p:pic>
        <p:nvPicPr>
          <p:cNvPr id="6" name="Picture 5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72" y="1276500"/>
            <a:ext cx="6712977" cy="5581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Bump and Rotation</a:t>
            </a:r>
            <a:endParaRPr lang="en-US" dirty="0"/>
          </a:p>
        </p:txBody>
      </p:sp>
      <p:pic>
        <p:nvPicPr>
          <p:cNvPr id="5" name="Picture 4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711" y="1484944"/>
            <a:ext cx="6412474" cy="526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3D cross-sections</a:t>
            </a:r>
            <a:endParaRPr lang="en-US" dirty="0"/>
          </a:p>
        </p:txBody>
      </p:sp>
      <p:pic>
        <p:nvPicPr>
          <p:cNvPr id="59" name="Picture 58" descr="tes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7" y="1417638"/>
            <a:ext cx="8080963" cy="5318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05597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Cross-section --OpenGL</a:t>
            </a:r>
            <a:endParaRPr lang="en-US" dirty="0"/>
          </a:p>
        </p:txBody>
      </p:sp>
      <p:pic>
        <p:nvPicPr>
          <p:cNvPr id="5" name="Picture 4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12" y="1417638"/>
            <a:ext cx="8147888" cy="531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781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Isosurface</a:t>
            </a:r>
            <a:endParaRPr lang="en-US" dirty="0"/>
          </a:p>
        </p:txBody>
      </p:sp>
      <p:pic>
        <p:nvPicPr>
          <p:cNvPr id="5" name="Picture 4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037" y="1618075"/>
            <a:ext cx="8080963" cy="5239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637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Wind Vector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5608" y="1243665"/>
            <a:ext cx="7151660" cy="5614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3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 Plot</a:t>
            </a:r>
            <a:endParaRPr lang="en-US" dirty="0"/>
          </a:p>
        </p:txBody>
      </p:sp>
      <p:pic>
        <p:nvPicPr>
          <p:cNvPr id="3" name="Picture 2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222" y="1213556"/>
            <a:ext cx="7640846" cy="564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29234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Vector Plot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384" y="1257557"/>
            <a:ext cx="7445381" cy="5600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55652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Put it on Map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353" y="1417638"/>
            <a:ext cx="8083646" cy="532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20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 Sphere</a:t>
            </a:r>
            <a:endParaRPr lang="en-US" dirty="0"/>
          </a:p>
        </p:txBody>
      </p:sp>
      <p:pic>
        <p:nvPicPr>
          <p:cNvPr id="4" name="Picture 3" descr="tes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30" y="1533174"/>
            <a:ext cx="8090970" cy="5324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2023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Trajectory</a:t>
            </a:r>
          </a:p>
          <a:p>
            <a:r>
              <a:rPr lang="en-US" dirty="0" smtClean="0"/>
              <a:t>Clip of </a:t>
            </a:r>
            <a:r>
              <a:rPr lang="en-US" dirty="0" err="1" smtClean="0"/>
              <a:t>IsoSurface</a:t>
            </a:r>
            <a:endParaRPr lang="en-US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25005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ＭＳ ゴシック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Solstice.thmx</Template>
  <TotalTime>2192</TotalTime>
  <Words>405</Words>
  <Application>Microsoft Macintosh PowerPoint</Application>
  <PresentationFormat>On-screen Show (4:3)</PresentationFormat>
  <Paragraphs>54</Paragraphs>
  <Slides>14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Solstice</vt:lpstr>
      <vt:lpstr>NCAR Viwer --For WRF</vt:lpstr>
      <vt:lpstr>NCAR Viewer</vt:lpstr>
      <vt:lpstr>What is WRF</vt:lpstr>
      <vt:lpstr>Visualize NCL Image</vt:lpstr>
      <vt:lpstr>Bump and Rotation</vt:lpstr>
      <vt:lpstr>3D cross-sections</vt:lpstr>
      <vt:lpstr>Cross-section --OpenGL</vt:lpstr>
      <vt:lpstr>Isosurface</vt:lpstr>
      <vt:lpstr>Wind Vector</vt:lpstr>
      <vt:lpstr>Line Plot</vt:lpstr>
      <vt:lpstr>Another Vector Plot</vt:lpstr>
      <vt:lpstr>Put it on Map</vt:lpstr>
      <vt:lpstr>On Sphere</vt:lpstr>
      <vt:lpstr>Future Works</vt:lpstr>
    </vt:vector>
  </TitlesOfParts>
  <Company>ncar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NCAR</dc:creator>
  <cp:lastModifiedBy>NCAR</cp:lastModifiedBy>
  <cp:revision>23</cp:revision>
  <dcterms:created xsi:type="dcterms:W3CDTF">2013-12-12T03:22:30Z</dcterms:created>
  <dcterms:modified xsi:type="dcterms:W3CDTF">2014-01-08T18:15:55Z</dcterms:modified>
</cp:coreProperties>
</file>