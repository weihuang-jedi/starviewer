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7" d="100"/>
          <a:sy n="167" d="100"/>
        </p:scale>
        <p:origin x="-112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2615A-E441-1C47-9CB6-ACE3C9F11223}" type="datetimeFigureOut">
              <a:rPr lang="en-US" smtClean="0"/>
              <a:t>12/8/14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BEA79-068C-9948-9A82-F6416CD64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96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Must</a:t>
            </a:r>
            <a:r>
              <a:rPr lang="en-US" baseline="0" dirty="0" smtClean="0"/>
              <a:t> work closely with MM5, WRF developers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5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Drag picture to placeholder or click icon to add</a:t>
            </a:r>
            <a:endParaRPr kumimoji="0" lang="en-US" dirty="0"/>
          </a:p>
        </p:txBody>
      </p:sp>
      <p:sp>
        <p:nvSpPr>
          <p:cNvPr id="9" name="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Autofit/>
          </a:bodyPr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 eaLnBrk="1" latinLnBrk="0" hangingPunct="1"/>
            <a:fld id="{54AB02A5-4FE5-49D9-9E24-09F23B90C450}" type="datetimeFigureOut">
              <a:rPr lang="en-US" smtClean="0"/>
              <a:t>12/8/14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 eaLnBrk="1" latinLnBrk="0" hangingPunct="1"/>
            <a:fld id="{6294C92D-0306-4E69-9CD3-20855E849650}" type="slidenum">
              <a:rPr kumimoji="0" lang="en-US" smtClean="0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5400" b="1" i="0" kern="1200">
          <a:solidFill>
            <a:srgbClr val="000090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Times New Roman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4000" kern="1200">
          <a:solidFill>
            <a:srgbClr val="0000FF"/>
          </a:solidFill>
          <a:latin typeface="Times New Roman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3200" kern="1200">
          <a:solidFill>
            <a:srgbClr val="3366FF"/>
          </a:solidFill>
          <a:latin typeface="Helvetica Neue Medium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3200" kern="1200">
          <a:solidFill>
            <a:srgbClr val="008000"/>
          </a:solidFill>
          <a:latin typeface="Helvetica Neue Medium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3200" kern="1200">
          <a:solidFill>
            <a:srgbClr val="008000"/>
          </a:solidFill>
          <a:latin typeface="Helvetica Neue Medium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3200" kern="1200">
          <a:solidFill>
            <a:srgbClr val="008000"/>
          </a:solidFill>
          <a:latin typeface="Helvetica Neue Medium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talColumnWaterVapo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0531"/>
            <a:ext cx="6202669" cy="4082098"/>
          </a:xfrm>
          <a:prstGeom prst="rect">
            <a:avLst/>
          </a:prstGeom>
        </p:spPr>
      </p:pic>
      <p:pic>
        <p:nvPicPr>
          <p:cNvPr id="7" name="Picture 6" descr="surfaceTemperatur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928" y="646444"/>
            <a:ext cx="5073072" cy="3338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8349" y="823503"/>
            <a:ext cx="27301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Visualize NASA GPM Data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1764348" y="2126136"/>
            <a:ext cx="1572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Wei Huang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087481" y="5420375"/>
            <a:ext cx="405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</a:t>
            </a:r>
            <a:r>
              <a:rPr lang="en-US" dirty="0" err="1" smtClean="0"/>
              <a:t>www.cisl.ucar.edu</a:t>
            </a:r>
            <a:r>
              <a:rPr lang="en-US" dirty="0" smtClean="0"/>
              <a:t>/staff/</a:t>
            </a:r>
            <a:r>
              <a:rPr lang="en-US" dirty="0" err="1" smtClean="0"/>
              <a:t>huangwei</a:t>
            </a:r>
            <a:r>
              <a:rPr lang="en-US" dirty="0" smtClean="0"/>
              <a:t>/</a:t>
            </a:r>
            <a:r>
              <a:rPr lang="en-US" dirty="0" err="1" smtClean="0"/>
              <a:t>nv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277835" y="6228668"/>
            <a:ext cx="2912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Contact: </a:t>
            </a:r>
            <a:r>
              <a:rPr lang="en-US" dirty="0" err="1" smtClean="0"/>
              <a:t>huangwei@ucar.edu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055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Solstice.thmx</Template>
  <TotalTime>2212</TotalTime>
  <Words>31</Words>
  <Application>Microsoft Macintosh PowerPoint</Application>
  <PresentationFormat>On-screen Show (4:3)</PresentationFormat>
  <Paragraphs>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Solstice</vt:lpstr>
      <vt:lpstr>PowerPoint Presentation</vt:lpstr>
    </vt:vector>
  </TitlesOfParts>
  <Company>ncar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NCAR</dc:creator>
  <cp:lastModifiedBy>NCAR</cp:lastModifiedBy>
  <cp:revision>26</cp:revision>
  <cp:lastPrinted>2014-12-08T18:45:01Z</cp:lastPrinted>
  <dcterms:created xsi:type="dcterms:W3CDTF">2013-12-12T03:22:30Z</dcterms:created>
  <dcterms:modified xsi:type="dcterms:W3CDTF">2014-12-08T18:47:56Z</dcterms:modified>
</cp:coreProperties>
</file>