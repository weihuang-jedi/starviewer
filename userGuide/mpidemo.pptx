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8" r:id="rId3"/>
    <p:sldId id="277" r:id="rId4"/>
    <p:sldId id="265" r:id="rId5"/>
    <p:sldId id="259" r:id="rId6"/>
    <p:sldId id="260" r:id="rId7"/>
    <p:sldId id="262" r:id="rId8"/>
    <p:sldId id="263" r:id="rId9"/>
    <p:sldId id="264" r:id="rId10"/>
    <p:sldId id="269" r:id="rId11"/>
    <p:sldId id="270" r:id="rId12"/>
    <p:sldId id="275" r:id="rId13"/>
    <p:sldId id="273" r:id="rId14"/>
    <p:sldId id="268" r:id="rId15"/>
    <p:sldId id="271" r:id="rId16"/>
    <p:sldId id="274" r:id="rId17"/>
    <p:sldId id="276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-72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interSettings" Target="printerSettings/printerSettings1.bin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2615A-E441-1C47-9CB6-ACE3C9F11223}" type="datetimeFigureOut">
              <a:rPr lang="en-US" smtClean="0"/>
              <a:t>1/3/14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BEA79-068C-9948-9A82-F6416CD64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696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Mainly before 2001.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79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When</a:t>
            </a:r>
            <a:r>
              <a:rPr lang="en-US" baseline="0" dirty="0" smtClean="0"/>
              <a:t> I was about 13 years old, I saw calculator first time, at that time I am thinking of computer science.</a:t>
            </a:r>
          </a:p>
          <a:p>
            <a:r>
              <a:rPr lang="en-US" baseline="0" dirty="0" smtClean="0"/>
              <a:t>But China has different education system, it could be hard to choose the major you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65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Must</a:t>
            </a:r>
            <a:r>
              <a:rPr lang="en-US" baseline="0" dirty="0" smtClean="0"/>
              <a:t> work closely with MM5, WRF developers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52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Start</a:t>
            </a:r>
            <a:r>
              <a:rPr lang="en-US" baseline="0" dirty="0" smtClean="0"/>
              <a:t> from 2001. Lots of C programming, some 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05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1/3/14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1/3/14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1/3/14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1/3/14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1/3/14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1/3/14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1/3/14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1/3/14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1/3/14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Drag picture to placeholder or click icon to add</a:t>
            </a:r>
            <a:endParaRPr kumimoji="0" lang="en-US" dirty="0"/>
          </a:p>
        </p:txBody>
      </p:sp>
      <p:sp>
        <p:nvSpPr>
          <p:cNvPr id="9" name="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1/3/14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1/3/14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Autofit/>
          </a:bodyPr>
          <a:lstStyle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 algn="r" eaLnBrk="1" latinLnBrk="0" hangingPunct="1"/>
            <a:fld id="{54AB02A5-4FE5-49D9-9E24-09F23B90C450}" type="datetimeFigureOut">
              <a:rPr lang="en-US" smtClean="0"/>
              <a:t>1/3/14</a:t>
            </a:fld>
            <a:endParaRPr lang="en-US" sz="120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 eaLnBrk="1" latinLnBrk="0" hangingPunct="1"/>
            <a:fld id="{6294C92D-0306-4E69-9CD3-20855E849650}" type="slidenum">
              <a:rPr kumimoji="0" lang="en-US" smtClean="0"/>
              <a:t>‹#›</a:t>
            </a:fld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5400" b="1" i="0" kern="1200">
          <a:solidFill>
            <a:srgbClr val="000090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Times New Roman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4000" kern="1200">
          <a:solidFill>
            <a:srgbClr val="0000FF"/>
          </a:solidFill>
          <a:latin typeface="Times New Roman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3200" kern="1200">
          <a:solidFill>
            <a:srgbClr val="3366FF"/>
          </a:solidFill>
          <a:latin typeface="Helvetica Neue Medium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3200" kern="1200">
          <a:solidFill>
            <a:srgbClr val="008000"/>
          </a:solidFill>
          <a:latin typeface="Helvetica Neue Medium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3200" kern="1200">
          <a:solidFill>
            <a:srgbClr val="008000"/>
          </a:solidFill>
          <a:latin typeface="Helvetica Neue Medium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3200" kern="1200">
          <a:solidFill>
            <a:srgbClr val="008000"/>
          </a:solidFill>
          <a:latin typeface="Helvetica Neue Medium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MPI Demo with NV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2894640"/>
            <a:ext cx="7406640" cy="1752600"/>
          </a:xfrm>
        </p:spPr>
        <p:txBody>
          <a:bodyPr>
            <a:normAutofit/>
          </a:bodyPr>
          <a:lstStyle/>
          <a:p>
            <a:pPr algn="ctr"/>
            <a:endParaRPr lang="en-US" sz="4000" b="1" dirty="0" smtClean="0">
              <a:solidFill>
                <a:srgbClr val="0000FF"/>
              </a:solidFill>
            </a:endParaRPr>
          </a:p>
          <a:p>
            <a:pPr algn="ctr"/>
            <a:r>
              <a:rPr lang="en-US" sz="4000" b="1" dirty="0" smtClean="0">
                <a:solidFill>
                  <a:srgbClr val="0000FF"/>
                </a:solidFill>
              </a:rPr>
              <a:t>Wei Huang</a:t>
            </a:r>
            <a:endParaRPr lang="en-US" sz="4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531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Domain -- 20x15x12</a:t>
            </a:r>
            <a:endParaRPr lang="en-US" dirty="0"/>
          </a:p>
        </p:txBody>
      </p:sp>
      <p:pic>
        <p:nvPicPr>
          <p:cNvPr id="6" name="Picture 5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266" y="1514822"/>
            <a:ext cx="8016558" cy="527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2825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Decompostion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Domain size:</a:t>
            </a:r>
          </a:p>
          <a:p>
            <a:pPr lvl="1"/>
            <a:r>
              <a:rPr lang="en-US" dirty="0" smtClean="0"/>
              <a:t>20 * 15 * 12</a:t>
            </a:r>
            <a:endParaRPr lang="en-US" dirty="0" smtClean="0"/>
          </a:p>
          <a:p>
            <a:r>
              <a:rPr lang="en-US" dirty="0" smtClean="0"/>
              <a:t>Check</a:t>
            </a:r>
            <a:r>
              <a:rPr lang="en-US" dirty="0" smtClean="0"/>
              <a:t>-</a:t>
            </a:r>
            <a:r>
              <a:rPr lang="en-US" dirty="0" smtClean="0"/>
              <a:t>board decomposition</a:t>
            </a:r>
            <a:endParaRPr lang="en-US" dirty="0" smtClean="0"/>
          </a:p>
          <a:p>
            <a:r>
              <a:rPr lang="en-US" dirty="0" smtClean="0"/>
              <a:t>Use 12 CPUs</a:t>
            </a:r>
          </a:p>
          <a:p>
            <a:pPr lvl="1"/>
            <a:r>
              <a:rPr lang="en-US" dirty="0" smtClean="0"/>
              <a:t>N = 12 = P * Q</a:t>
            </a:r>
          </a:p>
          <a:p>
            <a:pPr lvl="2"/>
            <a:r>
              <a:rPr lang="en-US" dirty="0" smtClean="0"/>
              <a:t>P = 4, Q =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68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Decompose </a:t>
            </a:r>
            <a:r>
              <a:rPr lang="en-US" sz="4400" smtClean="0"/>
              <a:t>without halo</a:t>
            </a:r>
            <a:endParaRPr lang="en-US" sz="4400" dirty="0"/>
          </a:p>
        </p:txBody>
      </p:sp>
      <p:pic>
        <p:nvPicPr>
          <p:cNvPr id="5" name="Picture 4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787" y="1553354"/>
            <a:ext cx="6933079" cy="530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021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1304" y="94961"/>
            <a:ext cx="7498080" cy="1483773"/>
          </a:xfrm>
        </p:spPr>
        <p:txBody>
          <a:bodyPr/>
          <a:lstStyle/>
          <a:p>
            <a:r>
              <a:rPr lang="en-US" dirty="0" smtClean="0"/>
              <a:t>Separate to Processor</a:t>
            </a:r>
            <a:endParaRPr lang="en-US" sz="4000" dirty="0"/>
          </a:p>
        </p:txBody>
      </p:sp>
      <p:pic>
        <p:nvPicPr>
          <p:cNvPr id="3" name="Picture 2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987" y="1391639"/>
            <a:ext cx="8080013" cy="531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559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Halo</a:t>
            </a:r>
            <a:endParaRPr lang="en-US" dirty="0"/>
          </a:p>
        </p:txBody>
      </p:sp>
      <p:pic>
        <p:nvPicPr>
          <p:cNvPr id="3" name="Picture 2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84" y="1548881"/>
            <a:ext cx="8137216" cy="516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559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 within Rows</a:t>
            </a:r>
            <a:endParaRPr lang="en-US" dirty="0"/>
          </a:p>
        </p:txBody>
      </p:sp>
      <p:pic>
        <p:nvPicPr>
          <p:cNvPr id="3" name="Picture 2" descr="tes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738" y="1353458"/>
            <a:ext cx="8088261" cy="526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559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Column Exchange</a:t>
            </a:r>
            <a:endParaRPr lang="en-US" dirty="0"/>
          </a:p>
        </p:txBody>
      </p:sp>
      <p:pic>
        <p:nvPicPr>
          <p:cNvPr id="3" name="Picture 2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90" y="1417638"/>
            <a:ext cx="8050010" cy="523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781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Prepare for X Transpose</a:t>
            </a:r>
            <a:endParaRPr lang="en-US" dirty="0"/>
          </a:p>
        </p:txBody>
      </p:sp>
      <p:pic>
        <p:nvPicPr>
          <p:cNvPr id="3" name="Picture 2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259" y="1417638"/>
            <a:ext cx="8075740" cy="516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37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Sum-up in X-Direction</a:t>
            </a:r>
            <a:endParaRPr lang="en-US" dirty="0"/>
          </a:p>
        </p:txBody>
      </p:sp>
      <p:pic>
        <p:nvPicPr>
          <p:cNvPr id="4" name="Picture 3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10" y="1417638"/>
            <a:ext cx="8135089" cy="520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143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Decompose in x-Plane</a:t>
            </a:r>
            <a:endParaRPr lang="en-US" dirty="0"/>
          </a:p>
        </p:txBody>
      </p:sp>
      <p:pic>
        <p:nvPicPr>
          <p:cNvPr id="4" name="Picture 3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81" y="1306343"/>
            <a:ext cx="8123218" cy="537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143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Sum-back to Rows</a:t>
            </a:r>
            <a:endParaRPr lang="en-US" dirty="0"/>
          </a:p>
        </p:txBody>
      </p:sp>
      <p:pic>
        <p:nvPicPr>
          <p:cNvPr id="4" name="Picture 3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10" y="1417638"/>
            <a:ext cx="8135089" cy="520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632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to z-Plane</a:t>
            </a:r>
            <a:endParaRPr lang="en-US" dirty="0"/>
          </a:p>
        </p:txBody>
      </p:sp>
      <p:pic>
        <p:nvPicPr>
          <p:cNvPr id="3" name="Picture 2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259" y="1417638"/>
            <a:ext cx="8075740" cy="516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0824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Prepare for Y Transpose</a:t>
            </a:r>
            <a:endParaRPr lang="en-US" dirty="0"/>
          </a:p>
        </p:txBody>
      </p:sp>
      <p:pic>
        <p:nvPicPr>
          <p:cNvPr id="3" name="Picture 2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259" y="1417638"/>
            <a:ext cx="8075740" cy="516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143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Sum-up in Columns</a:t>
            </a:r>
            <a:endParaRPr lang="en-US" dirty="0"/>
          </a:p>
        </p:txBody>
      </p:sp>
      <p:pic>
        <p:nvPicPr>
          <p:cNvPr id="3" name="Picture 2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72" y="1328933"/>
            <a:ext cx="8158827" cy="523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77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Decompose in y-Plane</a:t>
            </a:r>
            <a:endParaRPr lang="en-US" dirty="0"/>
          </a:p>
        </p:txBody>
      </p:sp>
      <p:pic>
        <p:nvPicPr>
          <p:cNvPr id="3" name="Picture 2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07" y="1531790"/>
            <a:ext cx="7988180" cy="514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823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Collect Back to Columns</a:t>
            </a:r>
            <a:endParaRPr lang="en-US" dirty="0"/>
          </a:p>
        </p:txBody>
      </p:sp>
      <p:pic>
        <p:nvPicPr>
          <p:cNvPr id="3" name="Picture 2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72" y="1328933"/>
            <a:ext cx="8158827" cy="523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544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to z-Plane</a:t>
            </a:r>
            <a:endParaRPr lang="en-US" dirty="0"/>
          </a:p>
        </p:txBody>
      </p:sp>
      <p:pic>
        <p:nvPicPr>
          <p:cNvPr id="3" name="Picture 2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260" y="1417638"/>
            <a:ext cx="8075740" cy="516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77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Solstice.thmx</Template>
  <TotalTime>3600</TotalTime>
  <Words>558</Words>
  <Application>Microsoft Macintosh PowerPoint</Application>
  <PresentationFormat>On-screen Show (4:3)</PresentationFormat>
  <Paragraphs>68</Paragraphs>
  <Slides>18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Solstice</vt:lpstr>
      <vt:lpstr>MPI Demo with NV</vt:lpstr>
      <vt:lpstr>The Domain -- 20x15x12</vt:lpstr>
      <vt:lpstr>Decompostion</vt:lpstr>
      <vt:lpstr>Decompose without halo</vt:lpstr>
      <vt:lpstr>Separate to Processor</vt:lpstr>
      <vt:lpstr>Add Halo</vt:lpstr>
      <vt:lpstr>Change within Rows</vt:lpstr>
      <vt:lpstr>Column Exchange</vt:lpstr>
      <vt:lpstr>Prepare for X Transpose</vt:lpstr>
      <vt:lpstr>Sum-up in X-Direction</vt:lpstr>
      <vt:lpstr>Decompose in x-Plane</vt:lpstr>
      <vt:lpstr>Sum-back to Rows</vt:lpstr>
      <vt:lpstr>Back to z-Plane</vt:lpstr>
      <vt:lpstr>Prepare for Y Transpose</vt:lpstr>
      <vt:lpstr>Sum-up in Columns</vt:lpstr>
      <vt:lpstr>Decompose in y-Plane</vt:lpstr>
      <vt:lpstr>Collect Back to Columns</vt:lpstr>
      <vt:lpstr>Back to z-Plane</vt:lpstr>
    </vt:vector>
  </TitlesOfParts>
  <Company>ncar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NCAR</dc:creator>
  <cp:lastModifiedBy>NCAR</cp:lastModifiedBy>
  <cp:revision>38</cp:revision>
  <dcterms:created xsi:type="dcterms:W3CDTF">2013-12-12T03:22:30Z</dcterms:created>
  <dcterms:modified xsi:type="dcterms:W3CDTF">2014-01-03T18:33:27Z</dcterms:modified>
</cp:coreProperties>
</file>